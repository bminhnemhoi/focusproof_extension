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0276800" cx="21374100"/>
  <p:notesSz cx="6858000" cy="9144000"/>
  <p:embeddedFontLst>
    <p:embeddedFont>
      <p:font typeface="Barlow"/>
      <p:bold r:id="rId7"/>
      <p:boldItalic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gImn10CgRMzTmBw1vI3dBZzPG+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Barlow-bold.fntdata"/><Relationship Id="rId8" Type="http://schemas.openxmlformats.org/officeDocument/2006/relationships/font" Target="fonts/Barlow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11" Type="http://schemas.openxmlformats.org/officeDocument/2006/relationships/image" Target="../media/image9.png"/><Relationship Id="rId10" Type="http://schemas.openxmlformats.org/officeDocument/2006/relationships/image" Target="../media/image5.png"/><Relationship Id="rId12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987A1"/>
            </a:gs>
            <a:gs pos="25000">
              <a:srgbClr val="0E1C33"/>
            </a:gs>
            <a:gs pos="50000">
              <a:srgbClr val="08111F"/>
            </a:gs>
            <a:gs pos="75000">
              <a:srgbClr val="007C76"/>
            </a:gs>
            <a:gs pos="100000">
              <a:srgbClr val="08101E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396312" y="18816018"/>
            <a:ext cx="17107200" cy="13429152"/>
          </a:xfrm>
          <a:custGeom>
            <a:rect b="b" l="l" r="r" t="t"/>
            <a:pathLst>
              <a:path extrusionOk="0" h="13429152" w="17107200">
                <a:moveTo>
                  <a:pt x="0" y="0"/>
                </a:moveTo>
                <a:lnTo>
                  <a:pt x="17107200" y="0"/>
                </a:lnTo>
                <a:lnTo>
                  <a:pt x="17107200" y="13429152"/>
                </a:lnTo>
                <a:lnTo>
                  <a:pt x="0" y="13429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1432296"/>
            <a:ext cx="17107200" cy="7091712"/>
          </a:xfrm>
          <a:custGeom>
            <a:rect b="b" l="l" r="r" t="t"/>
            <a:pathLst>
              <a:path extrusionOk="0" h="7091712" w="17107200">
                <a:moveTo>
                  <a:pt x="0" y="0"/>
                </a:moveTo>
                <a:lnTo>
                  <a:pt x="17107200" y="0"/>
                </a:lnTo>
                <a:lnTo>
                  <a:pt x="17107200" y="7091712"/>
                </a:lnTo>
                <a:lnTo>
                  <a:pt x="0" y="7091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 rot="-6509841">
            <a:off x="7319163" y="15138000"/>
            <a:ext cx="17107200" cy="18893494"/>
          </a:xfrm>
          <a:custGeom>
            <a:rect b="b" l="l" r="r" t="t"/>
            <a:pathLst>
              <a:path extrusionOk="0" h="18893494" w="17107200">
                <a:moveTo>
                  <a:pt x="0" y="0"/>
                </a:moveTo>
                <a:lnTo>
                  <a:pt x="17107200" y="0"/>
                </a:lnTo>
                <a:lnTo>
                  <a:pt x="17107200" y="18893494"/>
                </a:lnTo>
                <a:lnTo>
                  <a:pt x="0" y="18893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8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 rot="5929534">
            <a:off x="-4353272" y="-298531"/>
            <a:ext cx="17107200" cy="11975040"/>
          </a:xfrm>
          <a:custGeom>
            <a:rect b="b" l="l" r="r" t="t"/>
            <a:pathLst>
              <a:path extrusionOk="0" h="11975040" w="17107200">
                <a:moveTo>
                  <a:pt x="0" y="0"/>
                </a:moveTo>
                <a:lnTo>
                  <a:pt x="17107200" y="0"/>
                </a:lnTo>
                <a:lnTo>
                  <a:pt x="17107200" y="11975040"/>
                </a:lnTo>
                <a:lnTo>
                  <a:pt x="0" y="119750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-432312" y="-55624"/>
            <a:ext cx="10692000" cy="8299665"/>
          </a:xfrm>
          <a:custGeom>
            <a:rect b="b" l="l" r="r" t="t"/>
            <a:pathLst>
              <a:path extrusionOk="0" h="8299665" w="10692000">
                <a:moveTo>
                  <a:pt x="0" y="0"/>
                </a:moveTo>
                <a:lnTo>
                  <a:pt x="10692000" y="0"/>
                </a:lnTo>
                <a:lnTo>
                  <a:pt x="10692000" y="8299665"/>
                </a:lnTo>
                <a:lnTo>
                  <a:pt x="0" y="829966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"/>
          <p:cNvGrpSpPr/>
          <p:nvPr/>
        </p:nvGrpSpPr>
        <p:grpSpPr>
          <a:xfrm>
            <a:off x="267300" y="-1407937"/>
            <a:ext cx="20849400" cy="6147478"/>
            <a:chOff x="0" y="0"/>
            <a:chExt cx="2641600" cy="77888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2641600" cy="778880"/>
            </a:xfrm>
            <a:custGeom>
              <a:rect b="b" l="l" r="r" t="t"/>
              <a:pathLst>
                <a:path extrusionOk="0" h="778880" w="2641600">
                  <a:moveTo>
                    <a:pt x="38989" y="0"/>
                  </a:moveTo>
                  <a:lnTo>
                    <a:pt x="2602611" y="0"/>
                  </a:lnTo>
                  <a:cubicBezTo>
                    <a:pt x="2612951" y="0"/>
                    <a:pt x="2622868" y="4108"/>
                    <a:pt x="2630180" y="11420"/>
                  </a:cubicBezTo>
                  <a:cubicBezTo>
                    <a:pt x="2637492" y="18732"/>
                    <a:pt x="2641600" y="28649"/>
                    <a:pt x="2641600" y="38989"/>
                  </a:cubicBezTo>
                  <a:lnTo>
                    <a:pt x="2641600" y="739891"/>
                  </a:lnTo>
                  <a:cubicBezTo>
                    <a:pt x="2641600" y="750231"/>
                    <a:pt x="2637492" y="760148"/>
                    <a:pt x="2630180" y="767460"/>
                  </a:cubicBezTo>
                  <a:cubicBezTo>
                    <a:pt x="2622868" y="774772"/>
                    <a:pt x="2612951" y="778880"/>
                    <a:pt x="2602611" y="778880"/>
                  </a:cubicBezTo>
                  <a:lnTo>
                    <a:pt x="38989" y="778880"/>
                  </a:lnTo>
                  <a:cubicBezTo>
                    <a:pt x="28649" y="778880"/>
                    <a:pt x="18732" y="774772"/>
                    <a:pt x="11420" y="767460"/>
                  </a:cubicBezTo>
                  <a:cubicBezTo>
                    <a:pt x="4108" y="760148"/>
                    <a:pt x="0" y="750231"/>
                    <a:pt x="0" y="739891"/>
                  </a:cubicBezTo>
                  <a:lnTo>
                    <a:pt x="0" y="38989"/>
                  </a:lnTo>
                  <a:cubicBezTo>
                    <a:pt x="0" y="28649"/>
                    <a:pt x="4108" y="18732"/>
                    <a:pt x="11420" y="11420"/>
                  </a:cubicBezTo>
                  <a:cubicBezTo>
                    <a:pt x="18732" y="4108"/>
                    <a:pt x="28649" y="0"/>
                    <a:pt x="38989" y="0"/>
                  </a:cubicBezTo>
                  <a:close/>
                </a:path>
              </a:pathLst>
            </a:custGeom>
            <a:gradFill>
              <a:gsLst>
                <a:gs pos="0">
                  <a:srgbClr val="0E1C33">
                    <a:alpha val="72156"/>
                  </a:srgbClr>
                </a:gs>
                <a:gs pos="33333">
                  <a:srgbClr val="08111F">
                    <a:alpha val="72156"/>
                  </a:srgbClr>
                </a:gs>
                <a:gs pos="66667">
                  <a:srgbClr val="007C76">
                    <a:alpha val="72156"/>
                  </a:srgbClr>
                </a:gs>
                <a:gs pos="100000">
                  <a:srgbClr val="2987A1">
                    <a:alpha val="72156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rnd" cmpd="sng" w="38100">
              <a:solidFill>
                <a:srgbClr val="FFFFFF">
                  <a:alpha val="71764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9525"/>
              <a:ext cx="2641600" cy="7693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 flipH="1">
            <a:off x="13252210" y="0"/>
            <a:ext cx="8131790" cy="8605068"/>
          </a:xfrm>
          <a:custGeom>
            <a:rect b="b" l="l" r="r" t="t"/>
            <a:pathLst>
              <a:path extrusionOk="0" h="8605068" w="8131790">
                <a:moveTo>
                  <a:pt x="8131790" y="0"/>
                </a:moveTo>
                <a:lnTo>
                  <a:pt x="0" y="0"/>
                </a:lnTo>
                <a:lnTo>
                  <a:pt x="0" y="8605068"/>
                </a:lnTo>
                <a:lnTo>
                  <a:pt x="8131790" y="8605068"/>
                </a:lnTo>
                <a:lnTo>
                  <a:pt x="813179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634695" y="3546982"/>
            <a:ext cx="20114611" cy="26318176"/>
            <a:chOff x="0" y="0"/>
            <a:chExt cx="2548503" cy="3334489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2548503" cy="3334489"/>
            </a:xfrm>
            <a:custGeom>
              <a:rect b="b" l="l" r="r" t="t"/>
              <a:pathLst>
                <a:path extrusionOk="0" h="3334489" w="2548503">
                  <a:moveTo>
                    <a:pt x="40413" y="0"/>
                  </a:moveTo>
                  <a:lnTo>
                    <a:pt x="2508089" y="0"/>
                  </a:lnTo>
                  <a:cubicBezTo>
                    <a:pt x="2518808" y="0"/>
                    <a:pt x="2529087" y="4258"/>
                    <a:pt x="2536666" y="11837"/>
                  </a:cubicBezTo>
                  <a:cubicBezTo>
                    <a:pt x="2544245" y="19416"/>
                    <a:pt x="2548503" y="29695"/>
                    <a:pt x="2548503" y="40413"/>
                  </a:cubicBezTo>
                  <a:lnTo>
                    <a:pt x="2548503" y="3294076"/>
                  </a:lnTo>
                  <a:cubicBezTo>
                    <a:pt x="2548503" y="3316395"/>
                    <a:pt x="2530409" y="3334489"/>
                    <a:pt x="2508089" y="3334489"/>
                  </a:cubicBezTo>
                  <a:lnTo>
                    <a:pt x="40413" y="3334489"/>
                  </a:lnTo>
                  <a:cubicBezTo>
                    <a:pt x="29695" y="3334489"/>
                    <a:pt x="19416" y="3330231"/>
                    <a:pt x="11837" y="3322652"/>
                  </a:cubicBezTo>
                  <a:cubicBezTo>
                    <a:pt x="4258" y="3315073"/>
                    <a:pt x="0" y="3304794"/>
                    <a:pt x="0" y="3294076"/>
                  </a:cubicBezTo>
                  <a:lnTo>
                    <a:pt x="0" y="40413"/>
                  </a:lnTo>
                  <a:cubicBezTo>
                    <a:pt x="0" y="29695"/>
                    <a:pt x="4258" y="19416"/>
                    <a:pt x="11837" y="11837"/>
                  </a:cubicBezTo>
                  <a:cubicBezTo>
                    <a:pt x="19416" y="4258"/>
                    <a:pt x="29695" y="0"/>
                    <a:pt x="40413" y="0"/>
                  </a:cubicBezTo>
                  <a:close/>
                </a:path>
              </a:pathLst>
            </a:custGeom>
            <a:gradFill>
              <a:gsLst>
                <a:gs pos="0">
                  <a:srgbClr val="2987A1">
                    <a:alpha val="14901"/>
                  </a:srgbClr>
                </a:gs>
                <a:gs pos="33333">
                  <a:srgbClr val="0E1C33">
                    <a:alpha val="50196"/>
                  </a:srgbClr>
                </a:gs>
                <a:gs pos="66667">
                  <a:srgbClr val="08111F">
                    <a:alpha val="50196"/>
                  </a:srgbClr>
                </a:gs>
                <a:gs pos="100000">
                  <a:srgbClr val="007C76">
                    <a:alpha val="50196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 cap="rnd" cmpd="sng" w="38100">
              <a:solidFill>
                <a:srgbClr val="FFFFFF">
                  <a:alpha val="4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9525"/>
              <a:ext cx="2548503" cy="33249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/>
          <p:nvPr/>
        </p:nvSpPr>
        <p:spPr>
          <a:xfrm>
            <a:off x="-7918905" y="11419608"/>
            <a:ext cx="17107200" cy="20037716"/>
          </a:xfrm>
          <a:custGeom>
            <a:rect b="b" l="l" r="r" t="t"/>
            <a:pathLst>
              <a:path extrusionOk="0" h="20037716" w="17107200">
                <a:moveTo>
                  <a:pt x="0" y="0"/>
                </a:moveTo>
                <a:lnTo>
                  <a:pt x="17107200" y="0"/>
                </a:lnTo>
                <a:lnTo>
                  <a:pt x="17107200" y="20037716"/>
                </a:lnTo>
                <a:lnTo>
                  <a:pt x="0" y="200377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1069200" y="6823440"/>
            <a:ext cx="19245600" cy="22508934"/>
            <a:chOff x="0" y="0"/>
            <a:chExt cx="2438400" cy="2851861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2438400" cy="2851861"/>
            </a:xfrm>
            <a:custGeom>
              <a:rect b="b" l="l" r="r" t="t"/>
              <a:pathLst>
                <a:path extrusionOk="0" h="2851861" w="2438400">
                  <a:moveTo>
                    <a:pt x="42238" y="0"/>
                  </a:moveTo>
                  <a:lnTo>
                    <a:pt x="2396162" y="0"/>
                  </a:lnTo>
                  <a:cubicBezTo>
                    <a:pt x="2407364" y="0"/>
                    <a:pt x="2418107" y="4450"/>
                    <a:pt x="2426029" y="12371"/>
                  </a:cubicBezTo>
                  <a:cubicBezTo>
                    <a:pt x="2433950" y="20293"/>
                    <a:pt x="2438400" y="31036"/>
                    <a:pt x="2438400" y="42238"/>
                  </a:cubicBezTo>
                  <a:lnTo>
                    <a:pt x="2438400" y="2809623"/>
                  </a:lnTo>
                  <a:cubicBezTo>
                    <a:pt x="2438400" y="2832951"/>
                    <a:pt x="2419489" y="2851861"/>
                    <a:pt x="2396162" y="2851861"/>
                  </a:cubicBezTo>
                  <a:lnTo>
                    <a:pt x="42238" y="2851861"/>
                  </a:lnTo>
                  <a:cubicBezTo>
                    <a:pt x="31036" y="2851861"/>
                    <a:pt x="20293" y="2847411"/>
                    <a:pt x="12371" y="2839490"/>
                  </a:cubicBezTo>
                  <a:cubicBezTo>
                    <a:pt x="4450" y="2831569"/>
                    <a:pt x="0" y="2820825"/>
                    <a:pt x="0" y="2809623"/>
                  </a:cubicBezTo>
                  <a:lnTo>
                    <a:pt x="0" y="42238"/>
                  </a:lnTo>
                  <a:cubicBezTo>
                    <a:pt x="0" y="31036"/>
                    <a:pt x="4450" y="20293"/>
                    <a:pt x="12371" y="12371"/>
                  </a:cubicBezTo>
                  <a:cubicBezTo>
                    <a:pt x="20293" y="4450"/>
                    <a:pt x="31036" y="0"/>
                    <a:pt x="42238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9525"/>
              <a:ext cx="2438400" cy="284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"/>
          <p:cNvSpPr/>
          <p:nvPr/>
        </p:nvSpPr>
        <p:spPr>
          <a:xfrm>
            <a:off x="11761200" y="51468"/>
            <a:ext cx="17107200" cy="17107200"/>
          </a:xfrm>
          <a:custGeom>
            <a:rect b="b" l="l" r="r" t="t"/>
            <a:pathLst>
              <a:path extrusionOk="0" h="17107200" w="17107200">
                <a:moveTo>
                  <a:pt x="0" y="0"/>
                </a:moveTo>
                <a:lnTo>
                  <a:pt x="17107200" y="0"/>
                </a:lnTo>
                <a:lnTo>
                  <a:pt x="17107200" y="17107200"/>
                </a:lnTo>
                <a:lnTo>
                  <a:pt x="0" y="1710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2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1"/>
          <p:cNvGrpSpPr/>
          <p:nvPr/>
        </p:nvGrpSpPr>
        <p:grpSpPr>
          <a:xfrm>
            <a:off x="13540218" y="328679"/>
            <a:ext cx="7133966" cy="2561312"/>
            <a:chOff x="0" y="0"/>
            <a:chExt cx="9511954" cy="3415083"/>
          </a:xfrm>
        </p:grpSpPr>
        <p:sp>
          <p:nvSpPr>
            <p:cNvPr id="102" name="Google Shape;102;p1"/>
            <p:cNvSpPr/>
            <p:nvPr/>
          </p:nvSpPr>
          <p:spPr>
            <a:xfrm>
              <a:off x="0" y="0"/>
              <a:ext cx="4108629" cy="3415083"/>
            </a:xfrm>
            <a:custGeom>
              <a:rect b="b" l="l" r="r" t="t"/>
              <a:pathLst>
                <a:path extrusionOk="0" h="3415083" w="4108629">
                  <a:moveTo>
                    <a:pt x="0" y="0"/>
                  </a:moveTo>
                  <a:lnTo>
                    <a:pt x="4108629" y="0"/>
                  </a:lnTo>
                  <a:lnTo>
                    <a:pt x="4108629" y="3415083"/>
                  </a:lnTo>
                  <a:lnTo>
                    <a:pt x="0" y="34150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-682" r="-68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3" name="Google Shape;103;p1"/>
            <p:cNvCxnSpPr/>
            <p:nvPr/>
          </p:nvCxnSpPr>
          <p:spPr>
            <a:xfrm>
              <a:off x="3921187" y="774253"/>
              <a:ext cx="0" cy="1866576"/>
            </a:xfrm>
            <a:prstGeom prst="straightConnector1">
              <a:avLst/>
            </a:prstGeom>
            <a:noFill/>
            <a:ln cap="flat" cmpd="sng" w="17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" name="Google Shape;104;p1"/>
            <p:cNvSpPr txBox="1"/>
            <p:nvPr/>
          </p:nvSpPr>
          <p:spPr>
            <a:xfrm>
              <a:off x="4248486" y="955043"/>
              <a:ext cx="5263468" cy="1409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75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KHOA</a:t>
              </a:r>
              <a:endParaRPr/>
            </a:p>
            <a:p>
              <a:pPr indent="0" lvl="0" marL="0" marR="0" rtl="0" algn="l">
                <a:lnSpc>
                  <a:spcPct val="14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75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CÔNG NGHỆ THÔNG TIN</a:t>
              </a:r>
              <a:endParaRPr/>
            </a:p>
          </p:txBody>
        </p:sp>
      </p:grpSp>
      <p:sp>
        <p:nvSpPr>
          <p:cNvPr id="105" name="Google Shape;105;p1"/>
          <p:cNvSpPr/>
          <p:nvPr/>
        </p:nvSpPr>
        <p:spPr>
          <a:xfrm>
            <a:off x="0" y="16884270"/>
            <a:ext cx="21384000" cy="13391730"/>
          </a:xfrm>
          <a:custGeom>
            <a:rect b="b" l="l" r="r" t="t"/>
            <a:pathLst>
              <a:path extrusionOk="0" h="13391730" w="21384000">
                <a:moveTo>
                  <a:pt x="0" y="0"/>
                </a:moveTo>
                <a:lnTo>
                  <a:pt x="21384000" y="0"/>
                </a:lnTo>
                <a:lnTo>
                  <a:pt x="21384000" y="13391730"/>
                </a:lnTo>
                <a:lnTo>
                  <a:pt x="0" y="1339173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 flipH="1" rot="10800000">
            <a:off x="-1328142" y="1036735"/>
            <a:ext cx="10734713" cy="2155888"/>
          </a:xfrm>
          <a:custGeom>
            <a:rect b="b" l="l" r="r" t="t"/>
            <a:pathLst>
              <a:path extrusionOk="0" h="2155888" w="10734713">
                <a:moveTo>
                  <a:pt x="0" y="2155889"/>
                </a:moveTo>
                <a:lnTo>
                  <a:pt x="10734713" y="2155889"/>
                </a:lnTo>
                <a:lnTo>
                  <a:pt x="10734713" y="0"/>
                </a:lnTo>
                <a:lnTo>
                  <a:pt x="0" y="0"/>
                </a:lnTo>
                <a:lnTo>
                  <a:pt x="0" y="2155889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291128" y="438638"/>
            <a:ext cx="7722212" cy="1222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CUỘC THI Ý TƯỞNG KHỞI NGHIỆP </a:t>
            </a:r>
            <a:endParaRPr/>
          </a:p>
          <a:p>
            <a:pPr indent="0" lvl="0" marL="0" marR="0" rtl="0" algn="l">
              <a:lnSpc>
                <a:spcPct val="15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TRONG LĨNH VỰC CÔNG NGHỆ THÔNG TIN </a:t>
            </a:r>
            <a:endParaRPr/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10">
            <a:alphaModFix/>
          </a:blip>
          <a:srcRect b="87767" l="0" r="0" t="5418"/>
          <a:stretch/>
        </p:blipFill>
        <p:spPr>
          <a:xfrm>
            <a:off x="345542" y="1873410"/>
            <a:ext cx="15438750" cy="1490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/>
          <p:nvPr/>
        </p:nvSpPr>
        <p:spPr>
          <a:xfrm>
            <a:off x="1758447" y="5607292"/>
            <a:ext cx="2885852" cy="723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99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Thành viên: 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1758447" y="4891941"/>
            <a:ext cx="1069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5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Tên đội: LOREM IPSUM</a:t>
            </a:r>
            <a:endParaRPr/>
          </a:p>
        </p:txBody>
      </p:sp>
      <p:pic>
        <p:nvPicPr>
          <p:cNvPr id="111" name="Google Shape;111;p1"/>
          <p:cNvPicPr preferRelativeResize="0"/>
          <p:nvPr/>
        </p:nvPicPr>
        <p:blipFill rotWithShape="1">
          <a:blip r:embed="rId11">
            <a:alphaModFix/>
          </a:blip>
          <a:srcRect b="79170" l="0" r="49663" t="11684"/>
          <a:stretch/>
        </p:blipFill>
        <p:spPr>
          <a:xfrm>
            <a:off x="451126" y="3614315"/>
            <a:ext cx="3667530" cy="892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-1480333" y="1000090"/>
            <a:ext cx="11159008" cy="22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